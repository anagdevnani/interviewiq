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strument Serif"/>
      <p:regular r:id="rId13"/>
      <p: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strumentSerif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nstrumentSerif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386c99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386c99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386c99af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386c99af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386c99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386c99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386c99af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5386c99af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386c99a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386c99a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5386c99a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5386c99a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80A0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Interview</a:t>
            </a:r>
            <a:r>
              <a:rPr lang="en" sz="6200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IQ</a:t>
            </a:r>
            <a:endParaRPr sz="6200">
              <a:solidFill>
                <a:srgbClr val="00E5B4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18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</a:t>
            </a:r>
            <a:r>
              <a:rPr lang="en" sz="218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Smart Interview Preparation Bot</a:t>
            </a:r>
            <a:endParaRPr sz="218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br>
              <a:rPr lang="en" sz="1220"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lang="en" sz="1220">
                <a:latin typeface="Instrument Serif"/>
                <a:ea typeface="Instrument Serif"/>
                <a:cs typeface="Instrument Serif"/>
                <a:sym typeface="Instrument Serif"/>
              </a:rPr>
              <a:t>By Anag Devnani &amp; Alok Aeri</a:t>
            </a:r>
            <a:endParaRPr sz="1220"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3020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Technologies</a:t>
            </a:r>
            <a:r>
              <a:rPr i="1" lang="en" sz="3020">
                <a:solidFill>
                  <a:srgbClr val="EEF0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i="1" lang="en" sz="3020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Used</a:t>
            </a:r>
            <a:endParaRPr i="1" sz="3020">
              <a:solidFill>
                <a:srgbClr val="00E5B4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Python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Streamlit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3 Flash API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Streamlit Community Cloud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i="1" lang="en" sz="3018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Project </a:t>
            </a:r>
            <a:r>
              <a:rPr i="1" lang="en" sz="3018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Structure</a:t>
            </a:r>
            <a:endParaRPr i="1" sz="3018">
              <a:solidFill>
                <a:srgbClr val="00E5B4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interview-bot/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├── app.py                		# Main app — all 5 steps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├── config.py             		# Constants + all prompt templates  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├── requirements.txt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├── .streamlit/secrets.toml 	# API key (gitignored)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└── modules/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   ├── parser.py	      		</a:t>
            </a: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#</a:t>
            </a: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PDF + DOCX parsing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   ├── gemini_client.py  	</a:t>
            </a: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#</a:t>
            </a: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Gemini API wrapper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   ├── session.py        		# Session state helpers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   └── charts.py       	  	# Plotly dashboard charts</a:t>
            </a:r>
            <a:endParaRPr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i="1" lang="en" sz="3018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Key </a:t>
            </a:r>
            <a:r>
              <a:rPr i="1" lang="en" sz="3018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Features</a:t>
            </a:r>
            <a:endParaRPr i="1" sz="3018">
              <a:solidFill>
                <a:srgbClr val="00E5B4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Resume-aware dynamic question generation..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Variable Difficulty Settings: 3 Levels + AI Calibration.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Interviewer Persona Simulation (Friendly / Tough / Stress).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STAR method detector for behavioural questions.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Hint + Skip with score penalties.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Char char="●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Full radar chart + score / confidence dashboard.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i="1" lang="en" sz="3018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STAR </a:t>
            </a:r>
            <a:r>
              <a:rPr i="1" lang="en" sz="3018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Method</a:t>
            </a:r>
            <a:endParaRPr i="1" sz="3018">
              <a:solidFill>
                <a:srgbClr val="00E5B4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STAR method is a structured, four-part interviewing technique used to answer behavioral questions.</a:t>
            </a: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</a:t>
            </a: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ituation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</a:t>
            </a: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ask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</a:t>
            </a: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ction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</a:t>
            </a: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esult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helps provide concise, evidence-based answers that highlight their skills, achievements, and impact.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i="1" lang="en" sz="3018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</a:t>
            </a:r>
            <a:r>
              <a:rPr i="1" lang="en" sz="3018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</a:t>
            </a:r>
            <a:r>
              <a:rPr i="1" lang="en" sz="3018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works:</a:t>
            </a:r>
            <a:endParaRPr i="1" sz="3018">
              <a:solidFill>
                <a:srgbClr val="445586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601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AutoNum type="arabicPeriod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 enters job description and company name.</a:t>
            </a: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AutoNum type="arabicPeriod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On submit, the system parses text for relevant skills/topics.</a:t>
            </a: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AutoNum type="arabicPeriod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If topics are found: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600"/>
              <a:buFont typeface="Instrument Serif"/>
              <a:buChar char="○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Displays them.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600"/>
              <a:buFont typeface="Instrument Serif"/>
              <a:buChar char="○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Lets the user pick a topic.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1600"/>
              <a:buFont typeface="Instrument Serif"/>
              <a:buChar char="○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Generates interview questions for that topic.</a:t>
            </a: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AutoNum type="arabicPeriod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 can continue exploring other topics or end the session.</a:t>
            </a:r>
            <a:b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</a:b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6E8F0"/>
              </a:buClr>
              <a:buSzPts val="2000"/>
              <a:buFont typeface="Instrument Serif"/>
              <a:buAutoNum type="arabicPeriod"/>
            </a:pPr>
            <a:r>
              <a:rPr lang="en" sz="2000">
                <a:solidFill>
                  <a:srgbClr val="E6E8F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If no topics are found, shows a friendly error and asks to retry.</a:t>
            </a:r>
            <a:endParaRPr sz="2000">
              <a:solidFill>
                <a:srgbClr val="E6E8F0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pic>
        <p:nvPicPr>
          <p:cNvPr id="86" name="Google Shape;86;p18" title="Job Description Topic-2026-03-06-10475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7150" y="45600"/>
            <a:ext cx="2042649" cy="505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rgbClr val="44558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lang="en" sz="6200">
                <a:solidFill>
                  <a:srgbClr val="00E5B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